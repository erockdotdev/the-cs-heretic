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560320"/>
            <a:ext cx="1600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</a:t>
            </a:r>
            <a:endParaRPr lang="en-US" sz="5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OS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 ·  Ontology  ·  Operating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5852160"/>
            <a:ext cx="1371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system for contiguous &amp; discrete linear problems.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subsystems. One decision kernel. Closed evolutionary loop.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SYSTEM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Optimization Kernel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52805" y="155448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three pillars as subsystems of a single operating system whose sole purpose is to defeat amnesia under resource constraints.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2805" y="2377440"/>
            <a:ext cx="5349240" cy="5303520"/>
          </a:xfrm>
          <a:prstGeom prst="roundRect">
            <a:avLst>
              <a:gd name="adj" fmla="val 1379"/>
            </a:avLst>
          </a:prstGeom>
          <a:solidFill>
            <a:srgbClr val="111111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5" y="2377440"/>
            <a:ext cx="73152" cy="5303520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10" name="Text 8"/>
          <p:cNvSpPr/>
          <p:nvPr/>
        </p:nvSpPr>
        <p:spPr>
          <a:xfrm>
            <a:off x="1272845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72845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72845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Memory Manager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72845" y="4069080"/>
            <a:ext cx="4663440" cy="10973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14" name="Text 12"/>
          <p:cNvSpPr/>
          <p:nvPr/>
        </p:nvSpPr>
        <p:spPr>
          <a:xfrm>
            <a:off x="1272845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72845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time + O(1) space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72845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72845" y="5532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positivity / monotonicity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72845" y="6949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01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76365" y="2377440"/>
            <a:ext cx="5349240" cy="5303520"/>
          </a:xfrm>
          <a:prstGeom prst="roundRect">
            <a:avLst>
              <a:gd name="adj" fmla="val 1379"/>
            </a:avLst>
          </a:prstGeom>
          <a:solidFill>
            <a:srgbClr val="111111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6365" y="2377440"/>
            <a:ext cx="73152" cy="530352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21" name="Text 19"/>
          <p:cNvSpPr/>
          <p:nvPr/>
        </p:nvSpPr>
        <p:spPr>
          <a:xfrm>
            <a:off x="6896405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LEDGER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96405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+ Hash Map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96405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Accounting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96405" y="4069080"/>
            <a:ext cx="4663440" cy="10973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25" name="Text 23"/>
          <p:cNvSpPr/>
          <p:nvPr/>
        </p:nvSpPr>
        <p:spPr>
          <a:xfrm>
            <a:off x="6896405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6405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time + universality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96405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96405" y="5532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space tax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96405" y="6949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02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199925" y="2377440"/>
            <a:ext cx="5349240" cy="5303520"/>
          </a:xfrm>
          <a:prstGeom prst="roundRect">
            <a:avLst>
              <a:gd name="adj" fmla="val 1379"/>
            </a:avLst>
          </a:prstGeom>
          <a:solidFill>
            <a:srgbClr val="111111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199925" y="2377440"/>
            <a:ext cx="73152" cy="5303520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32" name="Text 30"/>
          <p:cNvSpPr/>
          <p:nvPr/>
        </p:nvSpPr>
        <p:spPr>
          <a:xfrm>
            <a:off x="12519965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519965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Converging Pointers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519965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Logic Engine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2519965" y="4069080"/>
            <a:ext cx="4663440" cy="10973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36" name="Text 34"/>
          <p:cNvSpPr/>
          <p:nvPr/>
        </p:nvSpPr>
        <p:spPr>
          <a:xfrm>
            <a:off x="12519965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519965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space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519965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519965" y="5532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tax + index erasure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2519965" y="6949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03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TAXONOMY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Classification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0" y="173736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874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51515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91840"/>
            <a:ext cx="73152" cy="1188720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383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32918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51515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291840"/>
            <a:ext cx="73152" cy="118872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383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LEDGER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704320" y="32918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51515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04320" y="3291840"/>
            <a:ext cx="73152" cy="1188720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17" name="Text 15"/>
          <p:cNvSpPr/>
          <p:nvPr/>
        </p:nvSpPr>
        <p:spPr>
          <a:xfrm>
            <a:off x="11932920" y="3383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9377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5074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Frame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(Fixed Window)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97280" y="63093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6446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Accordion Frame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(Dynamic Window)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49377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5074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Ledger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(Running Total)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63093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6446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Machine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(Complement)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76809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78181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Check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(Prefix Search)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704320" y="49377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932920" y="5074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Bookends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(Converging)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704320" y="63093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932920" y="6446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+ Worker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(Fast/Slow)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ONTOLOGY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 &amp; Relations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52805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805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sits in a continuous 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2805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predictability (gravity)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2805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3657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contiguous span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2805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history up to index 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2805" y="5212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− current → needed past 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2805" y="5989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Pair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5989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Left/Right or Slow/Fast agents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2805" y="6766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Tax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31920" y="6766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heap allocation for history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2805" y="7543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Tax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31920" y="7543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 log n) + index destruction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(FAILURE → EVOLUTION)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0" y="2194560"/>
            <a:ext cx="7315200" cy="1325880"/>
          </a:xfrm>
          <a:prstGeom prst="roundRect">
            <a:avLst>
              <a:gd name="adj" fmla="val 5517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0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 →  Ledger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8700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negatives break monotonicity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058400" y="3749040"/>
            <a:ext cx="7315200" cy="1325880"/>
          </a:xfrm>
          <a:prstGeom prst="roundRect">
            <a:avLst>
              <a:gd name="adj" fmla="val 5517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7000" y="3977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 →  Vise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87000" y="4434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O(1) space required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0" y="5303520"/>
            <a:ext cx="7315200" cy="1325880"/>
          </a:xfrm>
          <a:prstGeom prst="roundRect">
            <a:avLst>
              <a:gd name="adj" fmla="val 5517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87000" y="5532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Vise  →  Ledger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87000" y="5989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original indices demanded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058400" y="6858000"/>
            <a:ext cx="7315200" cy="1325880"/>
          </a:xfrm>
          <a:prstGeom prst="roundRect">
            <a:avLst>
              <a:gd name="adj" fmla="val 5517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87000" y="7086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 →  Frame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87000" y="7543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contiguous + positive data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OS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Kernel, Processes &amp; Resource Managers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0" y="164592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 ·  CONSTRAINT DECISION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problem type + constraints  →  Output: active pillar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three questions → routes to correct process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47472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474720"/>
            <a:ext cx="73152" cy="2560320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FRAME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Window Manager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model: Registers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Syscalls: expand / contract / lookup / converge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347472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3474720"/>
            <a:ext cx="73152" cy="256032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LEDGER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&amp; Complement Service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model: Heap 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Syscalls: expand / contract / lookup / converge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435840" y="347472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435840" y="3474720"/>
            <a:ext cx="73152" cy="2560320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24" name="Text 22"/>
          <p:cNvSpPr/>
          <p:nvPr/>
        </p:nvSpPr>
        <p:spPr>
          <a:xfrm>
            <a:off x="127101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VISE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1016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In-place Ordered Logic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71016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model: Zero auxiliary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71016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Syscalls: expand / contract / lookup / converge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2805" y="640080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resource: the input array itself. All processes operate on the same linear address space; they differ only in how they remember.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SUBSYSTEM: FRAME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Memory Manager  ·  Sliding Window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52805" y="1737360"/>
            <a:ext cx="7955280" cy="6217920"/>
          </a:xfrm>
          <a:prstGeom prst="roundRect">
            <a:avLst>
              <a:gd name="adj" fmla="val 117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FRAME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width 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State: single running aggregate (sum, count…)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On each step: + right edge, − left edge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Middle of window never re-examined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846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O(1) work per step after O(k) init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5486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Requires contiguous + predictable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0" y="1737360"/>
            <a:ext cx="7955280" cy="6217920"/>
          </a:xfrm>
          <a:prstGeom prst="roundRect">
            <a:avLst>
              <a:gd name="adj" fmla="val 117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ACCORDION FRAME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9264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width (left + right pointers)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Explorer (right) expands greedily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Manager (left) contracts only when violated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9264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Both pointers move only forward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4846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Each element processed ≤ 2 times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92640" y="5486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Collapses the moment negatives appear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SUBSYSTEM: LEDGER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Accounting Service  ·  Prefix + Map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52805" y="1691640"/>
            <a:ext cx="16367760" cy="1920240"/>
          </a:xfrm>
          <a:prstGeom prst="roundRect">
            <a:avLst>
              <a:gd name="adj" fmla="val 381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5" y="1691640"/>
            <a:ext cx="91440" cy="192024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011680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LEDGER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1508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 only. Eliminates inner loops for any subarray sum query from 0…i.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2805" y="3794760"/>
            <a:ext cx="16367760" cy="1920240"/>
          </a:xfrm>
          <a:prstGeom prst="roundRect">
            <a:avLst>
              <a:gd name="adj" fmla="val 381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805" y="3794760"/>
            <a:ext cx="91440" cy="192024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114800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MACHINE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1508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 search. Map stores seen values. Target − current → O(1) pair lookup.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52805" y="5897880"/>
            <a:ext cx="16367760" cy="1920240"/>
          </a:xfrm>
          <a:prstGeom prst="roundRect">
            <a:avLst>
              <a:gd name="adj" fmla="val 3810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2805" y="5897880"/>
            <a:ext cx="91440" cy="192024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6217920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CHECK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6766560"/>
            <a:ext cx="1508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 + map. currentSum − k exists in history → valid contiguous window found.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SUBSYSTEM: VISE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Logic Engine  ·  Zero Auxiliary Memory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52805" y="1737360"/>
            <a:ext cx="7955280" cy="6217920"/>
          </a:xfrm>
          <a:prstGeom prst="roundRect">
            <a:avLst>
              <a:gd name="adj" fmla="val 117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BOOKENDS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Opposite-end converging pointers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Requires sorted (monotonic) input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left++ if sum too small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right-- if sum too large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5074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O(n) after sort, O(1) extra space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Destroys original indices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0" y="1737360"/>
            <a:ext cx="7955280" cy="6217920"/>
          </a:xfrm>
          <a:prstGeom prst="roundRect">
            <a:avLst>
              <a:gd name="adj" fmla="val 117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+ WORKER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926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Same-direction fast / slow pointers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In-place filtering / deduplication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Fast scouts for valid elements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9264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Slow writes them into place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5074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Classic remove-duplicates pattern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9264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Still O(1) auxiliary space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STATE MACHINE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Failure-Point Decision Engine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32918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Contiguous?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Frame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Ledger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collapse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Ledger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182880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9244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92440" y="32918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space?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collapse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Vise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338560" y="182880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671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6716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567160" y="32918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original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Wall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4813280" y="182880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4188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4188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41880" y="32918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+ indices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 Ledger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2805" y="658368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never “fix” a broken algorithm. You recognize the failure trigger and evolve to the next process.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805" y="411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LAO 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3000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RESOURCE ECONOMY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805" y="9646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ARRAY OPTIMIZATION FAMILY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0" y="9646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805" y="100584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Space–Time–Strictness Triangle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28800"/>
            <a:ext cx="91440" cy="502920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+ Universality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Space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9377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— pay memory for freedom from data assumptions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828800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828800"/>
            <a:ext cx="91440" cy="5029200"/>
          </a:xfrm>
          <a:prstGeom prst="rect">
            <a:avLst/>
          </a:prstGeom>
          <a:solidFill>
            <a:srgbClr val="7EB8D4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8660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+ Space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8660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Strictness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86600" y="49377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contiguous + positive / monotonic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435840" y="1828800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121212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435840" y="1828800"/>
            <a:ext cx="91440" cy="5029200"/>
          </a:xfrm>
          <a:prstGeom prst="rect">
            <a:avLst/>
          </a:prstGeom>
          <a:solidFill>
            <a:srgbClr val="E8B86D"/>
          </a:solidFill>
          <a:ln/>
        </p:spPr>
      </p:sp>
      <p:sp>
        <p:nvSpPr>
          <p:cNvPr id="25" name="Text 23"/>
          <p:cNvSpPr/>
          <p:nvPr/>
        </p:nvSpPr>
        <p:spPr>
          <a:xfrm>
            <a:off x="127558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75588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75588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Space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75588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7558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+ Integrity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755880" y="49377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tax + original indices permanently lost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Algorithm Architecture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Array Optimization OS — Taxonomy · Ontology · System</dc:title>
  <dc:subject>PptxGenJS Presentation</dc:subject>
  <dc:creator>Linear Array Optimization Framework</dc:creator>
  <cp:lastModifiedBy>Linear Array Optimization Framework</cp:lastModifiedBy>
  <cp:revision>1</cp:revision>
  <dcterms:created xsi:type="dcterms:W3CDTF">2026-08-12T04:39:04Z</dcterms:created>
  <dcterms:modified xsi:type="dcterms:W3CDTF">2026-08-12T04:39:04Z</dcterms:modified>
</cp:coreProperties>
</file>